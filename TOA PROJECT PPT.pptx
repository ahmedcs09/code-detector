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ransition spd="slow">
    <p:push dir="u"/>
  </p:transition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013403"/>
            <a:ext cx="8689976" cy="2509213"/>
          </a:xfrm>
        </p:spPr>
        <p:txBody>
          <a:bodyPr/>
          <a:lstStyle/>
          <a:p>
            <a:r>
              <a:rPr lang="" b="1" dirty="0" smtClean="0">
                <a:latin typeface="Arial" panose="020B0604020202020204" pitchFamily="34" charset="0"/>
                <a:cs typeface="Arial" panose="020B0604020202020204" pitchFamily="34" charset="0"/>
              </a:rPr>
              <a:t>AUTOMATED CODE REVIEW SYSTEM</a:t>
            </a:r>
            <a:endParaRPr lang="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" dirty="0" smtClean="0">
                <a:latin typeface="Arial" panose="020B0604020202020204" pitchFamily="34" charset="0"/>
                <a:cs typeface="Arial" panose="020B0604020202020204" pitchFamily="34" charset="0"/>
              </a:rPr>
              <a:t>Presented By: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Ahmed Musab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Muhammad SHARIQ</a:t>
            </a:r>
            <a:endParaRPr lang="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0808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896357" y="1097280"/>
            <a:ext cx="10363826" cy="4711337"/>
          </a:xfrm>
        </p:spPr>
        <p:txBody>
          <a:bodyPr/>
          <a:lstStyle/>
          <a:p>
            <a:pPr marL="0" indent="0" algn="ctr">
              <a:buNone/>
            </a:pPr>
            <a:r>
              <a:rPr lang="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  <a:endParaRPr lang="" sz="2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What is Automated Code Review System?</a:t>
            </a:r>
          </a:p>
          <a:p>
            <a:pPr algn="just"/>
            <a:r>
              <a:rPr lang="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What it detects</a:t>
            </a:r>
          </a:p>
          <a:p>
            <a:pPr algn="just"/>
            <a:r>
              <a:rPr lang="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How it works?</a:t>
            </a:r>
          </a:p>
          <a:p>
            <a:pPr algn="just"/>
            <a:r>
              <a:rPr lang="en-US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Which tools used?</a:t>
            </a:r>
          </a:p>
          <a:p>
            <a:pPr algn="just"/>
            <a:r>
              <a:rPr lang="en-US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Future Enhancements</a:t>
            </a:r>
            <a:endParaRPr lang="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717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158239"/>
            <a:ext cx="10363826" cy="4798423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" sz="2400" b="1" cap="none" dirty="0">
                <a:latin typeface="Arial" panose="020B0604020202020204" pitchFamily="34" charset="0"/>
                <a:cs typeface="Arial" panose="020B0604020202020204" pitchFamily="34" charset="0"/>
              </a:rPr>
              <a:t>What is </a:t>
            </a:r>
            <a:r>
              <a:rPr lang="" sz="24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Automated </a:t>
            </a:r>
            <a:r>
              <a:rPr lang="" sz="2400" b="1" cap="none" dirty="0">
                <a:latin typeface="Arial" panose="020B0604020202020204" pitchFamily="34" charset="0"/>
                <a:cs typeface="Arial" panose="020B0604020202020204" pitchFamily="34" charset="0"/>
              </a:rPr>
              <a:t>Code Review System</a:t>
            </a:r>
            <a:r>
              <a:rPr lang="" sz="2400" b="1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" sz="2400" b="1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It’s a simple Python-basd web tool which checks whether the prompted code is correct or does it have any error. If error is there, it displays a pop up whats wrong in the code.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" sz="22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What it detects?</a:t>
            </a:r>
          </a:p>
          <a:p>
            <a:pPr algn="just">
              <a:lnSpc>
                <a:spcPct val="150000"/>
              </a:lnSpc>
            </a:pPr>
            <a:r>
              <a:rPr lang="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Unused variables</a:t>
            </a:r>
          </a:p>
          <a:p>
            <a:pPr algn="just">
              <a:lnSpc>
                <a:spcPct val="150000"/>
              </a:lnSpc>
            </a:pPr>
            <a:r>
              <a:rPr lang="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Infinite loops</a:t>
            </a:r>
          </a:p>
          <a:p>
            <a:pPr algn="just">
              <a:lnSpc>
                <a:spcPct val="150000"/>
              </a:lnSpc>
            </a:pPr>
            <a:r>
              <a:rPr lang="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Duplicate function names</a:t>
            </a:r>
            <a:endParaRPr lang="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4371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236618"/>
            <a:ext cx="10363826" cy="455458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EXAMPLES</a:t>
            </a:r>
          </a:p>
          <a:p>
            <a:pPr marL="0" indent="0" algn="just">
              <a:buNone/>
            </a:pPr>
            <a:r>
              <a:rPr lang="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" sz="22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nused Variable Detect</a:t>
            </a:r>
            <a:endParaRPr lang="" sz="22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" sz="22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rror:</a:t>
            </a:r>
          </a:p>
          <a:p>
            <a:pPr marL="0" indent="0" algn="just">
              <a:buNone/>
            </a:pPr>
            <a:endParaRPr lang="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74" y="2478433"/>
            <a:ext cx="2257740" cy="155279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74" y="4622562"/>
            <a:ext cx="6439799" cy="80021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106" y="2478433"/>
            <a:ext cx="3238952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2097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210492"/>
            <a:ext cx="10363826" cy="4580708"/>
          </a:xfrm>
        </p:spPr>
        <p:txBody>
          <a:bodyPr/>
          <a:lstStyle/>
          <a:p>
            <a:pPr marL="0" indent="0" algn="just">
              <a:buNone/>
            </a:pPr>
            <a:r>
              <a:rPr lang="" sz="2200" cap="none" dirty="0">
                <a:latin typeface="Arial" panose="020B0604020202020204" pitchFamily="34" charset="0"/>
                <a:cs typeface="Arial" panose="020B0604020202020204" pitchFamily="34" charset="0"/>
              </a:rPr>
              <a:t>Duplicate Function Name</a:t>
            </a:r>
          </a:p>
          <a:p>
            <a:pPr marL="0" indent="0" algn="just">
              <a:buNone/>
            </a:pPr>
            <a:endParaRPr lang="" cap="none" dirty="0"/>
          </a:p>
          <a:p>
            <a:pPr marL="0" indent="0" algn="just">
              <a:buNone/>
            </a:pPr>
            <a:endParaRPr lang="" cap="none" dirty="0" smtClean="0"/>
          </a:p>
          <a:p>
            <a:pPr marL="0" indent="0" algn="just">
              <a:buNone/>
            </a:pPr>
            <a:endParaRPr lang="" cap="none" dirty="0"/>
          </a:p>
          <a:p>
            <a:pPr marL="0" indent="0" algn="just">
              <a:buNone/>
            </a:pPr>
            <a:endParaRPr lang="" cap="none" dirty="0" smtClean="0"/>
          </a:p>
          <a:p>
            <a:pPr marL="0" indent="0" algn="just">
              <a:buNone/>
            </a:pPr>
            <a:endParaRPr lang="" cap="none" dirty="0"/>
          </a:p>
          <a:p>
            <a:pPr marL="0" indent="0" algn="just">
              <a:buNone/>
            </a:pPr>
            <a:r>
              <a:rPr lang="" sz="22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Error</a:t>
            </a:r>
          </a:p>
          <a:p>
            <a:pPr marL="0" indent="0" algn="just">
              <a:buNone/>
            </a:pPr>
            <a:endParaRPr lang="" sz="2200" cap="none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74" y="1819911"/>
            <a:ext cx="5734850" cy="215990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74" y="4841913"/>
            <a:ext cx="5134692" cy="76210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1241" y="2519634"/>
            <a:ext cx="3343742" cy="196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6369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637211"/>
            <a:ext cx="10363826" cy="4153988"/>
          </a:xfrm>
        </p:spPr>
        <p:txBody>
          <a:bodyPr/>
          <a:lstStyle/>
          <a:p>
            <a:pPr marL="0" indent="0">
              <a:buNone/>
            </a:pPr>
            <a:r>
              <a:rPr lang="" sz="2200" dirty="0">
                <a:latin typeface="Arial" panose="020B0604020202020204" pitchFamily="34" charset="0"/>
                <a:cs typeface="Arial" panose="020B0604020202020204" pitchFamily="34" charset="0"/>
              </a:rPr>
              <a:t>Inverted Commas Check</a:t>
            </a:r>
          </a:p>
          <a:p>
            <a:pPr marL="0" indent="0">
              <a:buNone/>
            </a:pPr>
            <a:endParaRPr lang="" cap="none" dirty="0"/>
          </a:p>
          <a:p>
            <a:pPr marL="0" indent="0">
              <a:buNone/>
            </a:pPr>
            <a:endParaRPr lang="" dirty="0" smtClean="0"/>
          </a:p>
          <a:p>
            <a:pPr marL="0" indent="0">
              <a:buNone/>
            </a:pPr>
            <a:endParaRPr lang="" dirty="0"/>
          </a:p>
          <a:p>
            <a:pPr marL="0" indent="0">
              <a:buNone/>
            </a:pPr>
            <a:r>
              <a:rPr lang="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" sz="22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rror</a:t>
            </a:r>
          </a:p>
          <a:p>
            <a:pPr marL="0" indent="0">
              <a:buNone/>
            </a:pPr>
            <a:endParaRPr lang="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74" y="2485162"/>
            <a:ext cx="2486372" cy="68589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74" y="4311364"/>
            <a:ext cx="6468378" cy="84784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377" y="2301308"/>
            <a:ext cx="2838846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9960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114697"/>
            <a:ext cx="10102569" cy="55473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" dirty="0" smtClean="0"/>
              <a:t>H</a:t>
            </a:r>
            <a:r>
              <a:rPr lang="" sz="22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ow it works?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On front-end, there is a web-based interface where user inputs any kind of python code to check and on back-end, there is a flask server which:</a:t>
            </a:r>
          </a:p>
          <a:p>
            <a:r>
              <a:rPr lang="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parses the code using Python’s AST (Abstract Syntax Tree).</a:t>
            </a:r>
          </a:p>
          <a:p>
            <a:r>
              <a:rPr lang="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Applies regex rules to detect patterns.</a:t>
            </a:r>
          </a:p>
          <a:p>
            <a:r>
              <a:rPr lang="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Returns actionable feedback to the user through a responsive web-based interface.</a:t>
            </a:r>
          </a:p>
          <a:p>
            <a:endParaRPr lang="" cap="none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" sz="22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Key Features</a:t>
            </a:r>
          </a:p>
          <a:p>
            <a:r>
              <a:rPr lang="" sz="21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Light-weight and fast i.e. </a:t>
            </a:r>
            <a:r>
              <a:rPr lang="en-US" sz="21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" sz="21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o execution needed.</a:t>
            </a:r>
          </a:p>
          <a:p>
            <a:r>
              <a:rPr lang="" sz="21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Easy to add new checks</a:t>
            </a:r>
          </a:p>
          <a:p>
            <a:r>
              <a:rPr lang="" sz="21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Beginner-friendly</a:t>
            </a:r>
          </a:p>
          <a:p>
            <a:pPr marL="0" indent="0">
              <a:buNone/>
            </a:pPr>
            <a:r>
              <a:rPr lang="" sz="21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" sz="2100" dirty="0"/>
          </a:p>
        </p:txBody>
      </p:sp>
    </p:spTree>
    <p:extLst>
      <p:ext uri="{BB962C8B-B14F-4D97-AF65-F5344CB8AC3E}">
        <p14:creationId xmlns:p14="http://schemas.microsoft.com/office/powerpoint/2010/main" val="21488155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297576" y="1132114"/>
            <a:ext cx="9980023" cy="4807132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400" cap="none" dirty="0">
                <a:latin typeface="Arial" panose="020B0604020202020204" pitchFamily="34" charset="0"/>
                <a:cs typeface="Arial" panose="020B0604020202020204" pitchFamily="34" charset="0"/>
              </a:rPr>
              <a:t>Which tools used</a:t>
            </a:r>
            <a:r>
              <a:rPr lang="en-US" sz="24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0" indent="0" algn="just">
              <a:buNone/>
            </a:pPr>
            <a:r>
              <a:rPr lang="en-US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Front-end:</a:t>
            </a:r>
          </a:p>
          <a:p>
            <a:pPr algn="just"/>
            <a:r>
              <a:rPr lang="en-US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HTML / CSS</a:t>
            </a:r>
          </a:p>
          <a:p>
            <a:pPr algn="just"/>
            <a:r>
              <a:rPr lang="en-US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Bootstrap</a:t>
            </a:r>
          </a:p>
          <a:p>
            <a:pPr algn="just"/>
            <a:r>
              <a:rPr lang="en-US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</a:p>
          <a:p>
            <a:pPr marL="0" indent="0" algn="just">
              <a:buNone/>
            </a:pPr>
            <a:r>
              <a:rPr lang="en-US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Back-end:</a:t>
            </a:r>
          </a:p>
          <a:p>
            <a:pPr algn="just"/>
            <a:r>
              <a:rPr lang="en-US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</a:p>
          <a:p>
            <a:pPr marL="0" indent="0" algn="just">
              <a:buNone/>
            </a:pPr>
            <a:r>
              <a:rPr lang="en-US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Analysis:</a:t>
            </a:r>
          </a:p>
          <a:p>
            <a:pPr algn="just"/>
            <a:r>
              <a:rPr lang="en-US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AST parsing</a:t>
            </a:r>
          </a:p>
          <a:p>
            <a:pPr algn="just"/>
            <a:r>
              <a:rPr lang="en-US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Regex</a:t>
            </a:r>
            <a:endParaRPr lang="en-US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431" y="1987730"/>
            <a:ext cx="6807168" cy="293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315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280160"/>
            <a:ext cx="10363826" cy="45110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" sz="24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uture Enhancements</a:t>
            </a:r>
          </a:p>
          <a:p>
            <a:r>
              <a:rPr lang="" sz="22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AI – powered suggestions</a:t>
            </a:r>
          </a:p>
          <a:p>
            <a:r>
              <a:rPr lang="en-US" sz="2200" cap="none" dirty="0"/>
              <a:t>Explain detected </a:t>
            </a:r>
            <a:r>
              <a:rPr lang="en-US" sz="2200" cap="none" dirty="0" smtClean="0"/>
              <a:t>issues</a:t>
            </a:r>
            <a:endParaRPr lang="" sz="2200" cap="none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200" cap="none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" sz="22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g. </a:t>
            </a:r>
            <a:r>
              <a:rPr lang="en-US" sz="2200" cap="none" dirty="0"/>
              <a:t>"Try: Use consistent quotes → print(\"Hello World</a:t>
            </a:r>
            <a:r>
              <a:rPr lang="en-US" sz="2200" cap="none" dirty="0" smtClean="0"/>
              <a:t>\")”</a:t>
            </a:r>
            <a:endParaRPr lang="" sz="2200" cap="none" dirty="0"/>
          </a:p>
          <a:p>
            <a:r>
              <a:rPr lang="" sz="22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Auto-fix Capability</a:t>
            </a:r>
          </a:p>
          <a:p>
            <a:pPr marL="0" indent="0">
              <a:buNone/>
            </a:pPr>
            <a:r>
              <a:rPr lang="en-US" sz="2200" cap="none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" sz="2200" cap="none" dirty="0" smtClean="0">
                <a:latin typeface="Arial" panose="020B0604020202020204" pitchFamily="34" charset="0"/>
                <a:cs typeface="Arial" panose="020B0604020202020204" pitchFamily="34" charset="0"/>
              </a:rPr>
              <a:t>g. Add a fix all buttons that fixes all the bugs.</a:t>
            </a:r>
          </a:p>
          <a:p>
            <a:endParaRPr lang="" sz="2400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3922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0341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177</TotalTime>
  <Words>243</Words>
  <Application>Microsoft Office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Tw Cen MT</vt:lpstr>
      <vt:lpstr>Droplet</vt:lpstr>
      <vt:lpstr>AUTOMATED CODE REVIEW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18</cp:revision>
  <dcterms:created xsi:type="dcterms:W3CDTF">2025-05-22T19:20:35Z</dcterms:created>
  <dcterms:modified xsi:type="dcterms:W3CDTF">2025-05-28T12:13:27Z</dcterms:modified>
</cp:coreProperties>
</file>